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025969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2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82662" y="1122363"/>
            <a:ext cx="769597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82662" y="3602038"/>
            <a:ext cx="769597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0120" y="1709738"/>
            <a:ext cx="885037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0120" y="4589463"/>
            <a:ext cx="885037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05464" y="1825625"/>
            <a:ext cx="4361052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94783" y="1825625"/>
            <a:ext cx="4361052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801" y="365125"/>
            <a:ext cx="8850371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801" y="1681163"/>
            <a:ext cx="43410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06801" y="2505075"/>
            <a:ext cx="434101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94783" y="1681163"/>
            <a:ext cx="43623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94783" y="2505075"/>
            <a:ext cx="436238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801" y="457200"/>
            <a:ext cx="33095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62389" y="987425"/>
            <a:ext cx="51947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6801" y="2057400"/>
            <a:ext cx="33095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801" y="457200"/>
            <a:ext cx="33095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362389" y="987425"/>
            <a:ext cx="51947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6801" y="2057400"/>
            <a:ext cx="33095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43243" y="365125"/>
            <a:ext cx="2212593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05464" y="365125"/>
            <a:ext cx="6509512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05464" y="365125"/>
            <a:ext cx="88503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5464" y="1825625"/>
            <a:ext cx="885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05464" y="6356350"/>
            <a:ext cx="23087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99055" y="6356350"/>
            <a:ext cx="34631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247043" y="6356350"/>
            <a:ext cx="23087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68586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4175" y="1244600"/>
            <a:ext cx="2073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欢迎扫码体验</a:t>
            </a:r>
            <a:endParaRPr lang="zh-CN" altLang="en-US" b="1"/>
          </a:p>
        </p:txBody>
      </p:sp>
      <p:pic>
        <p:nvPicPr>
          <p:cNvPr id="3" name="图片 2" descr="二维码图片_09月09日23时17分25秒_wwei_c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75" y="1612900"/>
            <a:ext cx="1736090" cy="1736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hatGPT Image 2026年9月9日 23_10_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0259060" cy="577342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rcRect t="91417" r="13981" b="-269"/>
          <a:stretch>
            <a:fillRect/>
          </a:stretch>
        </p:blipFill>
        <p:spPr>
          <a:xfrm>
            <a:off x="0" y="6047740"/>
            <a:ext cx="8848725" cy="607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6365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9639935" y="6375400"/>
            <a:ext cx="501650" cy="386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5730" cy="685736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907145" y="6375400"/>
            <a:ext cx="1234440" cy="395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5_产品价值与工作提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0259060" cy="6838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6_Agent与优化师分工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9050"/>
            <a:ext cx="10259060" cy="6838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7_客户隔离与交接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59060" cy="6838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8_评测与上线标准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59060" cy="6838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9_跨经营模式适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050"/>
            <a:ext cx="10259060" cy="6838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odex 图像 2026年9月9日 22_56_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028763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演示</Application>
  <PresentationFormat>宽屏</PresentationFormat>
  <Paragraphs>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2023-08-09T12:44:00Z</dcterms:created>
  <dcterms:modified xsi:type="dcterms:W3CDTF">2026-09-09T15:17:53Z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1DD6FBEA16B4441A94B22692D8E8FADC_12</vt:lpwstr>
  </property>
</Properties>
</file>